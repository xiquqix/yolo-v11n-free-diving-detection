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运动员潜泳检测模型训练报告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基于 YOLOv11 + Roboflow 数据集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模型与数据集简介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模型</a:t>
            </a:r>
            <a:r>
              <a:rPr lang="en-US" altLang="zh-CN" dirty="0">
                <a:latin typeface="+mn-ea"/>
              </a:rPr>
              <a:t>: </a:t>
            </a:r>
          </a:p>
          <a:p>
            <a:pPr lvl="1"/>
            <a:r>
              <a:rPr lang="en-US" altLang="zh-CN" dirty="0">
                <a:latin typeface="+mn-ea"/>
              </a:rPr>
              <a:t>YOLOv11</a:t>
            </a:r>
          </a:p>
          <a:p>
            <a:r>
              <a:rPr lang="zh-CN" altLang="en-US" dirty="0">
                <a:latin typeface="+mn-ea"/>
              </a:rPr>
              <a:t>数据集</a:t>
            </a:r>
            <a:r>
              <a:rPr lang="en-US" altLang="zh-CN" dirty="0">
                <a:latin typeface="+mn-ea"/>
              </a:rPr>
              <a:t>: </a:t>
            </a:r>
          </a:p>
          <a:p>
            <a:pPr lvl="1"/>
            <a:r>
              <a:rPr lang="en-US" altLang="zh-CN" dirty="0" err="1">
                <a:latin typeface="+mn-ea"/>
              </a:rPr>
              <a:t>Roboflow</a:t>
            </a:r>
            <a:r>
              <a:rPr lang="zh-CN" altLang="en-US" dirty="0">
                <a:latin typeface="+mn-ea"/>
              </a:rPr>
              <a:t> 的潜泳运动员数据集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哔哩哔哩视频</a:t>
            </a:r>
          </a:p>
          <a:p>
            <a:r>
              <a:rPr lang="zh-CN" altLang="en-US" dirty="0">
                <a:latin typeface="+mn-ea"/>
              </a:rPr>
              <a:t>任务</a:t>
            </a:r>
            <a:r>
              <a:rPr lang="en-US" altLang="zh-CN" dirty="0">
                <a:latin typeface="+mn-ea"/>
              </a:rPr>
              <a:t>: </a:t>
            </a:r>
          </a:p>
          <a:p>
            <a:pPr lvl="1"/>
            <a:r>
              <a:rPr lang="zh-CN" altLang="en-US" dirty="0">
                <a:latin typeface="+mn-ea"/>
              </a:rPr>
              <a:t>检测运动员在水下潜泳的姿态与位置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B7650DA-E831-A55A-4E70-F9A250EE0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560881"/>
            <a:ext cx="7346729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zh-CN" altLang="en-US" sz="4500"/>
              <a:t>数据集</a:t>
            </a:r>
          </a:p>
        </p:txBody>
      </p:sp>
      <p:pic>
        <p:nvPicPr>
          <p:cNvPr id="7" name="内容占位符 6" descr="图片包含 游戏机, 绿色, 灯光, 电脑&#10;&#10;AI 生成的内容可能不正确。">
            <a:extLst>
              <a:ext uri="{FF2B5EF4-FFF2-40B4-BE49-F238E27FC236}">
                <a16:creationId xmlns:a16="http://schemas.microsoft.com/office/drawing/2014/main" id="{FBE9E1E2-6823-3A9B-6CB3-BCF27C390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925" y="3401454"/>
            <a:ext cx="4371196" cy="2458797"/>
          </a:xfrm>
          <a:prstGeom prst="rect">
            <a:avLst/>
          </a:prstGeom>
        </p:spPr>
      </p:pic>
      <p:pic>
        <p:nvPicPr>
          <p:cNvPr id="9" name="图片 8" descr="图片包含 游戏机, 路&#10;&#10;AI 生成的内容可能不正确。">
            <a:extLst>
              <a:ext uri="{FF2B5EF4-FFF2-40B4-BE49-F238E27FC236}">
                <a16:creationId xmlns:a16="http://schemas.microsoft.com/office/drawing/2014/main" id="{4501D3C2-9DB0-FBE4-5EF9-112802E21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878" y="3401454"/>
            <a:ext cx="4371196" cy="245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866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训练参数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epochs = 60</a:t>
            </a:r>
          </a:p>
          <a:p>
            <a:r>
              <a:rPr dirty="0" err="1"/>
              <a:t>imgsz</a:t>
            </a:r>
            <a:r>
              <a:rPr dirty="0"/>
              <a:t> = 416</a:t>
            </a:r>
          </a:p>
          <a:p>
            <a:r>
              <a:rPr dirty="0"/>
              <a:t>batch = 8</a:t>
            </a:r>
          </a:p>
          <a:p>
            <a:r>
              <a:rPr dirty="0" err="1"/>
              <a:t>优化器</a:t>
            </a:r>
            <a:r>
              <a:rPr dirty="0"/>
              <a:t>: SGD (</a:t>
            </a:r>
            <a:r>
              <a:rPr dirty="0" err="1"/>
              <a:t>默认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模型表现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mAP@50: 91.2%</a:t>
            </a:r>
          </a:p>
          <a:p>
            <a:r>
              <a:rPr dirty="0" err="1"/>
              <a:t>精确率</a:t>
            </a:r>
            <a:r>
              <a:rPr dirty="0"/>
              <a:t> (Precision): 89.7%</a:t>
            </a:r>
          </a:p>
          <a:p>
            <a:r>
              <a:rPr dirty="0" err="1"/>
              <a:t>召回率</a:t>
            </a:r>
            <a:r>
              <a:rPr dirty="0"/>
              <a:t> (Recall): 87.4%</a:t>
            </a:r>
          </a:p>
          <a:p>
            <a:r>
              <a:rPr dirty="0" err="1"/>
              <a:t>训练耗时约</a:t>
            </a:r>
            <a:r>
              <a:rPr dirty="0"/>
              <a:t> </a:t>
            </a:r>
            <a:r>
              <a:rPr lang="en-US" dirty="0"/>
              <a:t>150</a:t>
            </a:r>
            <a:r>
              <a:rPr dirty="0"/>
              <a:t> </a:t>
            </a:r>
            <a:r>
              <a:rPr dirty="0" err="1"/>
              <a:t>分钟（单卡</a:t>
            </a:r>
            <a:r>
              <a:rPr dirty="0"/>
              <a:t> RTX 3060）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F799EF5-07E0-4409-D466-844CD09CC16B}"/>
              </a:ext>
            </a:extLst>
          </p:cNvPr>
          <p:cNvSpPr txBox="1">
            <a:spLocks/>
          </p:cNvSpPr>
          <p:nvPr/>
        </p:nvSpPr>
        <p:spPr>
          <a:xfrm>
            <a:off x="3337560" y="823411"/>
            <a:ext cx="2470893" cy="7219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/>
            <a:r>
              <a:rPr lang="zh-CN" altLang="en-US" dirty="0"/>
              <a:t>预测效果</a:t>
            </a:r>
          </a:p>
        </p:txBody>
      </p:sp>
      <p:pic>
        <p:nvPicPr>
          <p:cNvPr id="5" name="图片 4" descr="正在游泳的人群&#10;&#10;AI 生成的内容可能不正确。">
            <a:extLst>
              <a:ext uri="{FF2B5EF4-FFF2-40B4-BE49-F238E27FC236}">
                <a16:creationId xmlns:a16="http://schemas.microsoft.com/office/drawing/2014/main" id="{B301D1D2-37CA-A2E6-E70E-9AE49ACC8D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9" r="-3" b="-3"/>
          <a:stretch>
            <a:fillRect/>
          </a:stretch>
        </p:blipFill>
        <p:spPr>
          <a:xfrm>
            <a:off x="868680" y="2374052"/>
            <a:ext cx="3703320" cy="1920240"/>
          </a:xfrm>
          <a:prstGeom prst="rect">
            <a:avLst/>
          </a:prstGeom>
        </p:spPr>
      </p:pic>
      <p:pic>
        <p:nvPicPr>
          <p:cNvPr id="6" name="内容占位符 6">
            <a:extLst>
              <a:ext uri="{FF2B5EF4-FFF2-40B4-BE49-F238E27FC236}">
                <a16:creationId xmlns:a16="http://schemas.microsoft.com/office/drawing/2014/main" id="{8BC7860B-6277-305B-43D5-F2066BEE80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51" r="-3" b="6365"/>
          <a:stretch>
            <a:fillRect/>
          </a:stretch>
        </p:blipFill>
        <p:spPr>
          <a:xfrm>
            <a:off x="4572000" y="2374052"/>
            <a:ext cx="3703320" cy="1920240"/>
          </a:xfrm>
          <a:prstGeom prst="rect">
            <a:avLst/>
          </a:prstGeom>
        </p:spPr>
      </p:pic>
      <p:pic>
        <p:nvPicPr>
          <p:cNvPr id="7" name="内容占位符 5" descr="正在游泳的人&#10;&#10;AI 生成的内容可能不正确。">
            <a:extLst>
              <a:ext uri="{FF2B5EF4-FFF2-40B4-BE49-F238E27FC236}">
                <a16:creationId xmlns:a16="http://schemas.microsoft.com/office/drawing/2014/main" id="{B88C3090-ED65-82EC-C8A2-AC279D26BE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819" r="-3" b="-3"/>
          <a:stretch>
            <a:fillRect/>
          </a:stretch>
        </p:blipFill>
        <p:spPr>
          <a:xfrm>
            <a:off x="868680" y="4294292"/>
            <a:ext cx="3703320" cy="19202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35F588E-5E00-782B-D00A-5B941F0366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3" b="7816"/>
          <a:stretch>
            <a:fillRect/>
          </a:stretch>
        </p:blipFill>
        <p:spPr>
          <a:xfrm>
            <a:off x="4572000" y="4294292"/>
            <a:ext cx="3703320" cy="192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203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87</Words>
  <Application>Microsoft Office PowerPoint</Application>
  <PresentationFormat>全屏显示(4:3)</PresentationFormat>
  <Paragraphs>22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运动员潜泳检测模型训练报告</vt:lpstr>
      <vt:lpstr>模型与数据集简介</vt:lpstr>
      <vt:lpstr>数据集</vt:lpstr>
      <vt:lpstr>训练参数</vt:lpstr>
      <vt:lpstr>模型表现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Rongjia Sun</cp:lastModifiedBy>
  <cp:revision>11</cp:revision>
  <dcterms:created xsi:type="dcterms:W3CDTF">2013-01-27T09:14:16Z</dcterms:created>
  <dcterms:modified xsi:type="dcterms:W3CDTF">2025-09-15T14:31:00Z</dcterms:modified>
  <cp:category/>
</cp:coreProperties>
</file>